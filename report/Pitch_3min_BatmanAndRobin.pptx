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e923ddf-8c1c-8d09-5243-a09b45519501}">
          <p14:sldIdLst>
            <p14:sldId id="256"/>
          </p14:sldIdLst>
        </p14:section>
        <p14:section name="Insight" id="{9d3db290-de2d-4509-f0a2-5854c99502ea}">
          <p14:sldIdLst>
            <p14:sldId id="257"/>
          </p14:sldIdLst>
        </p14:section>
        <p14:section name="Results" id="{1a0b3eeb-db22-176e-aaa1-4e2a04273821}">
          <p14:sldIdLst>
            <p14:sldId id="258"/>
            <p14:sldId id="259"/>
            <p14:sldId id="260"/>
          </p14:sldIdLst>
        </p14:section>
        <p14:section name="Close" id="{9e58fc0c-817b-1910-3a6f-8b551025dc98}">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69.2</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(v17, best so far)</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grouped 5-fold</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4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4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5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5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17,189: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1,975</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are built from the same template as 19,800 normal ones; about 20 signals we tried stayed at chance.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2026-10-24T12:53:19Z</dcterms:created>
  <dcterms:modified xsi:type="dcterms:W3CDTF">2026-10-24T12:53:19Z</dcterms:modified>
</cp:coreProperties>
</file>