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e21416-137f-b356-62d0-08856b9750f8}">
          <p14:sldIdLst>
            <p14:sldId id="256"/>
          </p14:sldIdLst>
        </p14:section>
        <p14:section name="Insight" id="{6e9edd21-f6f0-f5f5-b232-de19126387ce}">
          <p14:sldIdLst>
            <p14:sldId id="257"/>
          </p14:sldIdLst>
        </p14:section>
        <p14:section name="Results" id="{531a737b-96da-42ca-4999-3571febce445}">
          <p14:sldIdLst>
            <p14:sldId id="258"/>
            <p14:sldId id="259"/>
            <p14:sldId id="260"/>
          </p14:sldIdLst>
        </p14:section>
        <p14:section name="Close" id="{640ea9b4-027b-8289-fe82-919a0d72e595}">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70.3</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(blend of six models)</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of v17, the strongest single model</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16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16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93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93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36060: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1,204</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come in 12 batches of 100 near-identical relay scenarios with exactly one laundering per batch; even against its 99 siblings it looks ordinary on every stat we tried.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2026-10-24T15:01:58Z</dcterms:created>
  <dcterms:modified xsi:type="dcterms:W3CDTF">2026-10-24T15:01:58Z</dcterms:modified>
</cp:coreProperties>
</file>